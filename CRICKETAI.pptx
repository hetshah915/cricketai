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9B2C-4A11-C4FF-5E88-44A2940B4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5B07D8-FA19-FF2C-21D6-B0CA40642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3AF75-A260-E641-52CB-608A5A1DE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8384-2BFF-4411-8009-042E021E4B7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5EADC-6B5B-0DDD-FF99-D24F8F51E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B3EA3-6952-57D3-AFEF-ADFB1744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61FD-91DA-4397-8B08-7B7F77B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385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AD0F1-5029-7F79-4C48-51C2004AA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01345-64DB-0A28-0E8B-5F55D2DEE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948FC-4F16-FC76-CDAB-C36FAF672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8384-2BFF-4411-8009-042E021E4B7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3A919-1C6D-8966-B682-603811714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21F28-59D2-454C-F44F-04D6ADD0C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61FD-91DA-4397-8B08-7B7F77B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455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46E1E-F7CD-9CDD-CB8D-11B1EFBA4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7B772-CED1-C729-B61D-181250640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8C595-5529-DE53-F274-5B2699B6C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8384-2BFF-4411-8009-042E021E4B7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53107-E7C8-C465-7B7E-44B555D00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95D31-FA49-EC72-C915-51045D7DF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61FD-91DA-4397-8B08-7B7F77B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67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B0B6F-537A-8127-8901-6205A9876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17B9E-DE43-B5C6-ED8A-20220F459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07ED9-A658-B08F-6CEB-D141BDF80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38062-D399-B9E6-8736-9DA50FFE2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8384-2BFF-4411-8009-042E021E4B7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7F9C6-7BC0-EC44-C0A0-887BDA7E4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FF157-F189-D10F-A6A3-A7225C30F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61FD-91DA-4397-8B08-7B7F77B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45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1ABFF-52C7-AD3A-1DDE-4B28A6532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B968C-229F-CED4-AF98-BDD3B7A5A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57C50B-814C-7F8A-6229-62EF2C1C2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EADDD2-1854-CBA0-2F60-CC3F50CEBD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7E956A-E095-9B9A-86D1-B6D42EC8DF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24583-EF5F-78DB-F0B5-3FCE9DB0A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8384-2BFF-4411-8009-042E021E4B7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D982-2290-B86C-2092-E614DC372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EEDBE1-8021-2F55-4119-D4142C7B4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61FD-91DA-4397-8B08-7B7F77B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206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8C433-492A-D1E4-0DC7-C9B0E40CA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EF9DEC-BAF7-D71B-D2C5-9BC0838C9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8384-2BFF-4411-8009-042E021E4B7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BEA27-CFD6-61C4-0F88-3416E8811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033B17-F777-8702-6AE5-3CF2B721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61FD-91DA-4397-8B08-7B7F77B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47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D386D-A56E-D146-52A3-42E4DE0E9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8384-2BFF-4411-8009-042E021E4B7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65DC8F-2218-35C4-67ED-9417B954E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682DE-A659-C34A-BEC6-618D35BAA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61FD-91DA-4397-8B08-7B7F77B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749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AD3A3-9395-2BA1-AF91-1F8E077AA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C7227-06CA-95AF-D464-A66EAC1C8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F854E-C09A-4014-5292-5F3665552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6EDCC-1F25-7E94-B4DD-DC8ABA148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8384-2BFF-4411-8009-042E021E4B7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3C7D4-654F-087C-5C51-4DD26E60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EA918-E3ED-B3FB-1BE1-DA7E8A2E5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61FD-91DA-4397-8B08-7B7F77B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76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A12EF-FD1E-FFCC-416E-9D713644C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3ED7D1-1333-E0BA-CC27-6932DD1925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CF9BF-FEC0-A0AD-9EDF-11F359E60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775DC-6408-B4C8-F89E-6B67F2020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8384-2BFF-4411-8009-042E021E4B7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694AB-E54C-6D20-094C-FF0734302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3B304-CAE8-3379-E4B7-CE8CB0B5E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61FD-91DA-4397-8B08-7B7F77B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546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B32CC-8EBC-6F43-9349-ED2CFE170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5FD321-5DAC-1134-F3AF-96660E6AD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E776E-7B69-82CD-66F4-A9BAFC756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8384-2BFF-4411-8009-042E021E4B7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2B071-5356-53B5-6DB4-254BEB6F1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667CC-9A35-C0FF-E329-A810DE4D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61FD-91DA-4397-8B08-7B7F77B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332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6EAB19-2DF6-6CB2-C8AD-D13CBD87B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2C8DB-AC75-B0FA-D241-ECAEBC350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FD44F-FBEA-BCE8-CDE2-76C3658E9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8384-2BFF-4411-8009-042E021E4B7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B0659-3548-EE80-FBA2-A90F4BBE5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542A5-FEBA-F12C-9B32-B7A8CDBB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E61FD-91DA-4397-8B08-7B7F77B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023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61FBD2-A2C3-E6EC-0747-1B35D177A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5B0DC-4337-2128-CB67-41C369779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29E6A-8352-BC1D-DB5E-1EE42E5AE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E8384-2BFF-4411-8009-042E021E4B7F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22A14-81D6-E7FE-FED8-F4AAC87AD0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3CF51-DA83-738A-D551-F120B96DFD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E61FD-91DA-4397-8B08-7B7F77BB5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288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12AF1-C5AA-3D74-133C-18DF2E437E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CRICKETAI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305BAF-BB2C-22B9-5EA0-470030C8EA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Daily project progress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5540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57EA5-9108-FD04-AD8C-2FABB752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62C74-FBBB-3237-E73D-6271DF811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664"/>
            <a:ext cx="10515600" cy="13255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 day 1 : 13-12-2025 </a:t>
            </a:r>
          </a:p>
          <a:p>
            <a:r>
              <a:rPr lang="en-US" dirty="0"/>
              <a:t>We learnt about </a:t>
            </a:r>
            <a:r>
              <a:rPr lang="en-US" dirty="0" err="1"/>
              <a:t>streamlit</a:t>
            </a:r>
            <a:r>
              <a:rPr lang="en-US" dirty="0"/>
              <a:t> and created </a:t>
            </a:r>
            <a:r>
              <a:rPr lang="en-US" dirty="0" err="1"/>
              <a:t>github</a:t>
            </a:r>
            <a:r>
              <a:rPr lang="en-US" dirty="0"/>
              <a:t> repo of </a:t>
            </a:r>
            <a:r>
              <a:rPr lang="en-US" dirty="0" err="1"/>
              <a:t>cricketai</a:t>
            </a:r>
            <a:r>
              <a:rPr lang="en-US" dirty="0"/>
              <a:t> and connect it with our local repo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008540-C824-772D-0D37-402EB5206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045" y="2797227"/>
            <a:ext cx="9507794" cy="406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27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7DCD2-B1AB-CF73-C178-3169978F5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654EA-FB27-F28D-0517-27E89855D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day 2 : 14-12-2025</a:t>
            </a:r>
          </a:p>
          <a:p>
            <a:r>
              <a:rPr lang="en-US" dirty="0"/>
              <a:t>We learnt about some </a:t>
            </a:r>
            <a:r>
              <a:rPr lang="en-US" dirty="0" err="1"/>
              <a:t>streamlit</a:t>
            </a:r>
            <a:r>
              <a:rPr lang="en-US" dirty="0"/>
              <a:t> syntax and built multi-pages website along with sidebar navigation with 4 pages : 1) home 2) ai-based assistant 3) players insights 4) video based analysis </a:t>
            </a:r>
          </a:p>
          <a:p>
            <a:r>
              <a:rPr lang="en-US" dirty="0"/>
              <a:t>We also understood how </a:t>
            </a:r>
            <a:r>
              <a:rPr lang="en-US" dirty="0" err="1"/>
              <a:t>streamlit</a:t>
            </a:r>
            <a:r>
              <a:rPr lang="en-US" dirty="0"/>
              <a:t> works with user inputs and how output is produced </a:t>
            </a:r>
          </a:p>
          <a:p>
            <a:r>
              <a:rPr lang="en-US" dirty="0"/>
              <a:t>We understood RULE-BASED-INTELLIGENCE and applied it to build basic chatbot that answers to user queries depending on the code we build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7209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6725-268A-D2A8-BFDB-9B826420C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 GLIMPSE 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69FB3B-8F71-F58D-0DD5-CFDF55D5DF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897626"/>
            <a:ext cx="6095999" cy="496037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7C9FD4-67FF-EDCE-9C31-6B47B712C4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97626"/>
            <a:ext cx="6095998" cy="496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914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108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CRICKETAI </vt:lpstr>
      <vt:lpstr>DAY 1</vt:lpstr>
      <vt:lpstr>DAY 2 </vt:lpstr>
      <vt:lpstr>DAY 2 GLIMPSE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het shah</dc:creator>
  <cp:lastModifiedBy>het shah</cp:lastModifiedBy>
  <cp:revision>1</cp:revision>
  <dcterms:created xsi:type="dcterms:W3CDTF">2025-12-14T09:09:46Z</dcterms:created>
  <dcterms:modified xsi:type="dcterms:W3CDTF">2025-12-14T09:26:37Z</dcterms:modified>
</cp:coreProperties>
</file>